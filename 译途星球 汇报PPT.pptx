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大家好，我是译途星球的创始人。今天，我想和大家分享一个关于星星、关于翻译、也关于我们自己的故事。这个故事的起点，源于我自己的一段真实经历。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自己就是语言学与翻译专业的学生，现在大四。过去两个月，我一直在做一件事：刷招聘软件。但我发现一个让我后背发凉的事实：推送给我的岗位，翻来覆去就三类。我尝试用AI帮自己做职业分析，它确实给了我一些方向，但这个过程门槛很高，而且非常孤独。所以我想做一个东西，让每一个跟我一样的翻译生，在迷茫的时候，有一个地方可以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自己经历了，但我不是个例。数据显示，超六成英专生求职目标模糊。外语类毕业生的起薪和五年后薪资均低于本科平均水平。同时，AI替代的恐慌也让大家忧心忡忡。三重焦虑叠加，但市面上却没有一个专门为我们翻译生设计的产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所以，我们做了译途星球。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这个网站的特点就是智能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和温暖，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我们的定位很简单：点击星星，点亮译途。我们不是招聘网站，也不是心理咨询。我们是翻译生自己的深夜陪伴者，我们的核心使命，是帮你找到翻译之外的更多可能。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逻辑只有三步。第一步，入口分流，你可以选择先做情绪自检，也可以直接开始职业匹配。第二步，能力重构，我们帮你把“字幕组经验”这样的小事，翻译成“抗压能力强”这样的职场语言。第三步，点亮译途，为你生成匹配方向、推荐企业，并给出可以立即上手的小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你可能会问，这是不是个带测评的聊天机器人？不对。我们有三个技术差异点：首先，我们有系统级的危机护栏，确保用户安全；其次，我们的职业匹配算法是基于真实案例和数据训练的双引擎，可解释、可追溯；最后，我们有严格的数据治理策略，保护用户隐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做面向大学生的产品，安全是我们的底线。我们最怕用户表达自伤信号时，AI没有接住。为此，我们跑了三轮危机测试，确保在任何情况下，都能准确识别风险并提供专业的转介热线。我们最大的自信，来自于我们知道自己不能做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治愈”不是喊出来的，是被精心设计出来的。我们的设计原点，就是深夜里那个躲在被子里刷手机的同学。我们选择粉蓝梦幻渐变而非纯黑，设计了有生命感的动效，甚至加入了温柔的交互音效。我们的核心哲学是：先治愈，再引导。先接住情绪，再给出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化路径清晰而务实。短期内，我们将提供校内付费服务，如求职方案解析和模拟面试。中期，我们将与企业合作，进行精准人才推荐。长期来看，我们希望构建一个覆盖英专生四年全周期的职业社区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到最初的那个问题。我是语言学与翻译专业的学生，我在大四的时候面临就业困境，不知道自己适合哪一类岗位。我用AI帮自己分析了很多轮，找到了方向，但这个过程很难、很孤独。今天，我把这个过程做成了一颗小星球，送给每一个跟我一样的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点击星星，点亮译途。相信你也是夜空中很亮的那颗星。谢谢各位。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svg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点击星星，点亮译途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683000" y="4445000"/>
            <a:ext cx="4826000" cy="812800"/>
          </a:xfrm>
          <a:prstGeom prst="roundRect">
            <a:avLst>
              <a:gd name="adj" fmla="val 5000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683000" y="4445000"/>
            <a:ext cx="4826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译途星球 · 产品汇报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 spc="300">
                <a:solidFill>
                  <a:srgbClr val="E0B0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让每一次跨越语言的沟通，都闪耀如星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这是我自己的故事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身份与现实的落差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作为一名语言学与翻译专业的大四学生，我疯狂刷遍各大招聘软件，却发现推送的岗位翻来覆去只有销售、客服和底薪英语老师。巨大的现实反差，让我陷入了“我到底能做什么”的深深迷茫。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165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自救路上的微光与荆棘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476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我尝试用AI进行职业分析，意外窥见了游戏本地化、出海运营等新方向的微光。但这条探索之路门槛高、信息繁杂，更重要的是，全程只有我一个人，那种无人同行的孤独感让前行变得异常艰难。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想为你点亮一盏灯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476500"/>
            <a:ext cx="2921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我想打造一个专属翻译生的“迷茫充电站”。在这里，你不需要精通Prompt，不需要独自摸索，更不用面对冰冷的屏幕不知所措。我希望这里能成为每一个翻译生的避风港与指南针。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“让每一个翻译生，在迷茫时都有处可去，有路可循。”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这不仅是我的个人独白，更是一份想为同路人撑起的小小伞，让我们不再独自面对职业的十字路口。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痛点一：三重夹击下的英专生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方向窄化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94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超六成英专生求职目标模糊，多数人仅能想到“教师”或“考公”两条传统出路。职业选择极度受限，陷入“除了这两样，不知道还能干嘛”的普遍迷茫。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03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054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薪资坍塌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2794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起薪与涨幅双双低于本科平均水平。2025年数据显示，外语类起薪5839元（均值6199元），五年后薪资9568元（均值10619元），薪资增长陷入行业“慢车道”。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032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37600" y="203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AI替代恐慌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2794000"/>
            <a:ext cx="28702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行业替代焦虑加剧，从基础笔译到简单口译，AI技术的快速迭代让“翻译无用论”甚嚣尘上。知名院校相关专业的调整，更增添了未来就业的不确定性。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6C3483">
              <a:alpha val="25000"/>
            </a:srgbClr>
          </a:solidFill>
          <a:ln w="12700" cap="flat" cmpd="sng">
            <a:solidFill>
              <a:srgbClr val="E0B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143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核心洞察：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三重焦虑叠加之下，市面上竟没有一款产品，是真正专为翻译生的职业发展、能力变现与长期成长量身打造的。这不仅是亟待解决的行业痛点，更是一片充满潜力的蓝海市场。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317500" dir="2700000" algn="tl" rotWithShape="0">
              <a:srgbClr val="E0B0FF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译途星球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2294255" y="4826000"/>
            <a:ext cx="3175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1900" y="51181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3056255" y="51181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智能芯核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2501900" y="5524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AI深度赋能语境理解，精准还原情感与意图，拒绝机械翻译。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7123430" y="4826000"/>
            <a:ext cx="3175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91095" y="50419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8215630" y="5118100"/>
            <a:ext cx="241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温暖连接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7491095" y="5524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以科技传递人文温度，让每一次交流都充满理解与尊重。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译途星球：翻译生自己的深夜陪伴者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“点击星星，点亮译途”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E0B0FF">
              <a:alpha val="10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332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拒绝海投，精准连接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我们不是冰冷的招聘网站，不做无意义的简历堆砌。我们只为你筛选真正契合的翻译机会，让每一次投递都掷地有声。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3048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E0B0FF">
              <a:alpha val="10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332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温暖陪伴，而非诊疗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3937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我们不是专业的心理咨询机构，不做诊断也不开药。我们只是深夜里懂你的倾听者，用同行的温度消解你的迷茫与焦虑。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3048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E0B0FF">
              <a:alpha val="10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3302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13800" y="3327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探索可能，点亮译途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3937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我们是翻译生专属的成长共同体，陪你挖掘语言之外的无限潜能，打破职业天花板，找到属于自己的多元发展路径。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0B0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在这里，每一颗星星都代表一个独特的你 —— 译途漫漫，星光相伴，一起发现翻译人生的更多精彩。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核心逻辑：三步点亮译途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65" b="65"/>
          <a:stretch>
            <a:fillRect/>
          </a:stretch>
        </p:blipFill>
        <p:spPr>
          <a:xfrm>
            <a:off x="762000" y="2032000"/>
            <a:ext cx="4318000" cy="2425700"/>
          </a:xfrm>
          <a:prstGeom prst="roundRect">
            <a:avLst>
              <a:gd name="adj" fmla="val 6282"/>
            </a:avLst>
          </a:prstGeom>
          <a:noFill/>
          <a:ln w="25400" cap="flat" cmpd="sng">
            <a:solidFill>
              <a:srgbClr val="E0B0FF">
                <a:alpha val="40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温暖治愈的交互设计，让职业探索</a:t>
            </a:r>
            <a:b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在轻松的氛围中自然发生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1778000"/>
            <a:ext cx="6096000" cy="1270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778500" y="18796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入口分流 · 尊重当下状态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拒绝单一模式，提供「情绪自检」与「直接匹配」双路径。2分钟GAD-7量表给予温柔反馈，不强迫、不焦虑，从你感到舒服的节奏开始探索。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88000" y="3238500"/>
            <a:ext cx="6096000" cy="1270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78500" y="33401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能力重构 · 翻译隐形价值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将「字幕组肝稿」「游戏开荒」等个人碎片经历，精准翻译为「抗压耐造」「跨文化协作」等职场通用语言，让你的独特闪光点被系统看见。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0" y="4699000"/>
            <a:ext cx="6096000" cy="1270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78500" y="48006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路径点亮 · 锚定行动方向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生成3-5个高匹配度的职业方向，智能推荐女性友好型企业，并附赠3个≤30分钟的「最小可行性行动」，让改变不只停留在想法，即刻发生。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技术壁垒：不只是一个聊天机器人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2225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系统级危机护栏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B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构建四道硬核防线：输入智能分类、强制合规模板、输出多层复核、人工兜底干预。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这不仅是简单的Prompt安全提醒，更是从系统底层设计的安全基座，确保每一次交互的合规与安全。</a:t>
            </a:r>
            <a:endParaRPr lang="en-US" sz="1400" b="0" i="0" u="none" strike="noStrike">
              <a:solidFill>
                <a:srgbClr val="EBEBF5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22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2225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职业匹配双引擎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B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048000"/>
            <a:ext cx="2921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基于“标签映射表 + 企业画像库”的双驱模型，实现从能力重构到赛道匹配的精准闭环。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EBF5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拒绝黑盒算法，每一层的匹配逻辑、数据来源均可追溯、可解释，让推荐更精准、更可信。</a:t>
            </a:r>
            <a:endParaRPr lang="en-US" sz="1400" b="0" i="0" u="none" strike="noStrike">
              <a:solidFill>
                <a:srgbClr val="EBEBF5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22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22225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红黄绿隐私治理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B0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048000"/>
            <a:ext cx="2921000" cy="698500"/>
          </a:xfrm>
          <a:prstGeom prst="roundRect">
            <a:avLst>
              <a:gd name="adj" fmla="val 0"/>
            </a:avLst>
          </a:prstGeom>
          <a:solidFill>
            <a:srgbClr val="EF444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56600" y="31115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🚫 红线原则：</a:t>
            </a:r>
            <a:r>
              <a:rPr lang="en-US" sz="1300" b="0" i="0" u="none" strike="noStrike">
                <a:solidFill>
                  <a:srgbClr val="EBEBF5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严禁采集真实姓名等敏感身份信息，从源头杜绝隐私泄露风险。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3873500"/>
            <a:ext cx="2921000" cy="698500"/>
          </a:xfrm>
          <a:prstGeom prst="roundRect">
            <a:avLst>
              <a:gd name="adj" fmla="val 0"/>
            </a:avLst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356600" y="39370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DBA7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黄线管控：</a:t>
            </a:r>
            <a:r>
              <a:rPr lang="en-US" sz="1300" b="0" i="0" u="none" strike="noStrike">
                <a:solidFill>
                  <a:srgbClr val="EBEBF5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对话内容仅实时处理，过程数据不持久化存储，会话结束即清理。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0" y="4699000"/>
            <a:ext cx="2921000" cy="698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56600" y="47625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绿色透明：</a:t>
            </a:r>
            <a:r>
              <a:rPr lang="en-US" sz="1300" b="0" i="0" u="none" strike="noStrike">
                <a:solidFill>
                  <a:srgbClr val="EBEBF5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企业画像库数据完全脱敏公开，信息透明可查，拒绝暗箱操作。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安全：我们的底线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cap="flat" cmpd="sng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“我们最怕一件事：用户表达了自伤信号，我们的AI没有接住。”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三轮危机测试，全部 PASS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92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7084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683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风险信号精准识别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656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当检测到“活着真没意思”、“人生没希望”等消极厌世或自伤倾向的输入时，系统立即启动最高优先级的安全阻断与干预机制。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34925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708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3683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标准化干预与资源转介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41656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拒绝生成任何不当回应，直接触发固定模板：提供全国心理援助热线</a:t>
            </a:r>
            <a:r>
              <a:rPr lang="en-US" sz="1400" b="1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400-161-9995</a:t>
            </a: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、北京热线</a:t>
            </a:r>
            <a:r>
              <a:rPr lang="en-US" sz="1400" b="1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010-82951332</a:t>
            </a:r>
            <a:r>
              <a:rPr lang="en-US" sz="1400" b="0" i="0" u="none" strike="noStrike">
                <a:solidFill>
                  <a:srgbClr val="EBEB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，并明确引导“请先找真人聊聊”。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cap="flat" cmpd="sng">
            <a:solidFill>
              <a:srgbClr val="000000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651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“我们最大的自信，是知道自己不能做什么，比知道自己能做什么更重要。”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设计哲学：深夜的治愈感，是被设计出来的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79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设计原点：接住深夜情绪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聚焦凌晨宿舍熄灯后的独处时刻，捕捉被窝里手机微光下的脆弱与渴望。设计不是冰冷的界面，而是能接住深夜情绪的温柔容器，让用户感到被看见、被理解。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879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视觉语言：暗，却有温度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拒绝加剧焦虑的纯黑与高对比度。选用深紫蓝至梦幻粉的柔和渐变，如深夜将明的天际，暗而不绝望。以流动的光晕包裹视觉，消解深夜的压抑与孤独。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10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38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03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动效设计：呼吸的生命力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赋予界面生命感：星球缓缓起伏，星星轻轻脉动。这些细微的动态不打扰，却在默默传递：“这里有生命，有人在陪着你。”让每一次滑动都成为一次温柔的陪伴。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810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0B0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038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10400" y="4038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音效设计：听见温柔的回应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572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暗藏5种治愈系交互音效，默认静默。当用户点击星星或触发交互时，会听见轻柔的反馈。这种“被回应”的感觉，能瞬间消解深夜独处的疏离感，仿佛有个温柔的朋友在回应你。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78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E0B0FF">
              <a:alpha val="15000"/>
            </a:srgbClr>
          </a:solidFill>
          <a:ln w="12700" cap="flat" cmpd="sng">
            <a:solidFill>
              <a:srgbClr val="E0B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59436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核心哲学：先治愈，再引导。</a:t>
            </a:r>
            <a:r>
              <a:rPr lang="en-US" sz="1500" b="0" i="0" u="none" strike="noStrike">
                <a:solidFill>
                  <a:srgbClr val="F0E6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不急于输出观点，先温柔接住每一份深夜的情绪，让产品成为用户的“情绪安全区”，再自然地给予前行的微光与方向。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商业化路径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0B0FF">
              <a:alpha val="10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22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短期 · 校内服务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聚焦英专生求职刚需，提供高价值付费服务：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深度解析行业求职方案，直击痛点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一对一AI模拟面试，智能反馈提升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定制化简历重构，打造专属竞争力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069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0B0FF">
              <a:alpha val="10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22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68900" y="2222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中期 · 企业协同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921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连接人才与企业，搭建高效供需桥梁：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引入女性友好型企业，拓宽就业路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基于画像的精准人才推荐，人岗匹配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校企联合定制，深化产教融合生态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518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E0B0FF">
              <a:alpha val="10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222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13800" y="2222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长期 · 生态闭环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921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构建全周期成长平台，沉淀圈层价值：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打造垂直职业社区，连接校友资源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覆盖“入学-毕业”四年全周期服务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BD7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形成可持续发展的教育与就业生态</a:t>
            </a:r>
            <a:endParaRPr lang="en-US" sz="1400" b="0" i="0" u="none" strike="noStrike">
              <a:solidFill>
                <a:srgbClr val="EBD7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5715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以用户价值为核心，从单点服务走向生态构建，打造英专生职业发展的长期陪伴式平台，实现商业价值与社会价值的双重提升。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27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回到最初的那个问题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540000"/>
            <a:ext cx="4953000" cy="2159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27305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🎓 站在十字路口的迷茫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作为语言学与翻译专业的大四学生，我曾困在就业的迷雾里，反复追问“我的方向在哪？”。这个寻找答案的过程，充满了自我怀疑，走得艰难又孤独。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2540000"/>
            <a:ext cx="4953000" cy="2159000"/>
          </a:xfrm>
          <a:prstGeom prst="roundRect">
            <a:avLst>
              <a:gd name="adj" fmla="val 0"/>
            </a:avLst>
          </a:prstGeom>
          <a:solidFill>
            <a:srgbClr val="E0B0FF">
              <a:alpha val="12000"/>
            </a:srgbClr>
          </a:solidFill>
          <a:ln w="12700" cap="flat" cmpd="sng">
            <a:solidFill>
              <a:srgbClr val="E0B0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77000" y="2730500"/>
            <a:ext cx="444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🤖 AI 点亮的前行微光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我试着让AI成为探索自我的“导航仪”，在它的辅助下拆解优势、分析路径。它不仅帮我找到了方向，更让我在孤独的探索中，拥有了一个无声的伙伴。</a:t>
            </a:r>
            <a:endParaRPr lang="en-US" sz="14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016500"/>
            <a:ext cx="10160000" cy="1270000"/>
          </a:xfrm>
          <a:prstGeom prst="roundRect">
            <a:avLst>
              <a:gd name="adj" fmla="val 0"/>
            </a:avLst>
          </a:prstGeom>
          <a:solidFill>
            <a:srgbClr val="E0B0FF">
              <a:alpha val="18000"/>
            </a:srgbClr>
          </a:solidFill>
          <a:ln w="12700" cap="flat" cmpd="sng">
            <a:solidFill>
              <a:srgbClr val="E0B0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5207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今天，我把这段从迷茫到清晰的旅程，做成了一颗温暖的小星球。</a:t>
            </a:r>
            <a:b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愿它能送给每一个和我一样，正在独自寻找答案的你。”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0" y="762000"/>
            <a:ext cx="152400" cy="152400"/>
          </a:xfrm>
          <a:prstGeom prst="ellipse">
            <a:avLst/>
          </a:prstGeom>
          <a:solidFill>
            <a:srgbClr val="E0B0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" y="6096000"/>
            <a:ext cx="101600" cy="101600"/>
          </a:xfrm>
          <a:prstGeom prst="ellipse">
            <a:avLst/>
          </a:prstGeom>
          <a:solidFill>
            <a:srgbClr val="E0B0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点击星星，点亮译途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00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E0B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相信你也是夜空中很亮的那颗星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以热爱为帆，在语言的银河中探索无限可能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035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81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 spc="800">
                <a:solidFill>
                  <a:srgbClr val="E0B0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以星为引，共赴山海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2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3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4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5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6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7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ags/tag8.xml><?xml version="1.0" encoding="utf-8"?>
<p:tagLst xmlns:p="http://schemas.openxmlformats.org/presentationml/2006/main">
  <p:tag name="KSO_WM_DIAGRAM_VIRTUALLY_FRAME" val="{&quot;height&quot;:110,&quot;left&quot;:75,&quot;top&quot;:380,&quot;width&quot;:81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2927</Words>
  <Application>WPS 演示</Application>
  <PresentationFormat/>
  <Paragraphs>179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HXL. S</cp:lastModifiedBy>
  <cp:revision>1</cp:revision>
  <dcterms:created xsi:type="dcterms:W3CDTF">2026-07-09T07:38:53Z</dcterms:created>
  <dcterms:modified xsi:type="dcterms:W3CDTF">2026-07-09T07:38:53Z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{"Label":"1","ContentProducer":"001191110102MACQD9K64010000","ProduceID":"7660423232125947080","ReservedCode1":"","ContentPropagator":"","PropagateID":"","ReservedCode2":""}</vt:lpwstr>
  </property>
  <property fmtid="{D5CDD505-2E9C-101B-9397-08002B2CF9AE}" pid="3" name="ICV">
    <vt:lpwstr>DF078AAF4D254352B375226E16EEEC27_12</vt:lpwstr>
  </property>
  <property fmtid="{D5CDD505-2E9C-101B-9397-08002B2CF9AE}" pid="4" name="KSOProductBuildVer">
    <vt:lpwstr>2052-12.1.0.21915</vt:lpwstr>
  </property>
</Properties>
</file>